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9c68188cdb4cf5" /><Relationship Type="http://schemas.openxmlformats.org/officeDocument/2006/relationships/extended-properties" Target="/docProps/app.xml" Id="R5a5f69cb9dbc438a" /><Relationship Type="http://schemas.openxmlformats.org/officeDocument/2006/relationships/officeDocument" Target="/ppt/presentation.xml" Id="Rbc3f4e842da745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595dc911024c95"/>
  </p:sldMasterIdLst>
  <p:notesMasterIdLst>
    <p:notesMasterId xmlns:r="http://schemas.openxmlformats.org/officeDocument/2006/relationships" r:id="Rae7151ab9a4b4313"/>
  </p:notesMasterIdLst>
  <p:sldIdLst>
    <p:sldId xmlns:r="http://schemas.openxmlformats.org/officeDocument/2006/relationships" id="256" r:id="R09cb957dead94f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9aa68030b148f3" /><Relationship Type="http://schemas.openxmlformats.org/officeDocument/2006/relationships/slideMaster" Target="/ppt/slideMasters/slideMaster1.xml" Id="R1e595dc911024c95" /><Relationship Type="http://schemas.openxmlformats.org/officeDocument/2006/relationships/notesMaster" Target="/ppt/notesMasters/notesMaster1.xml" Id="Rae7151ab9a4b4313" /><Relationship Type="http://schemas.openxmlformats.org/officeDocument/2006/relationships/presProps" Target="/ppt/presProps.xml" Id="R6059a650e2094a1b" /><Relationship Type="http://schemas.openxmlformats.org/officeDocument/2006/relationships/tableStyles" Target="/ppt/tableStyles.xml" Id="R7835c6c778664407" /><Relationship Type="http://schemas.openxmlformats.org/officeDocument/2006/relationships/slide" Target="/ppt/slides/slide1.xml" Id="R09cb957dead94f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e2d6686ed94e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dd8563014d4c8f" /><Relationship Type="http://schemas.openxmlformats.org/officeDocument/2006/relationships/notesMaster" Target="/ppt/notesMasters/notesMaster1.xml" Id="Rb9c77e2e374347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c71bbc022341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4b523ef64346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161b4e462a46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e96fbff38d42e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fda3cd5f6244c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938c0e6fff45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7EFECD-8ACB-4ADB-A712-738F3001EA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101B617-F25E-48E3-85A2-D9519ABC81D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2CE9577-D4B4-43BE-A286-519AFC1C80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EB8154-94B4-42F1-8B5E-103337A3F0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F57325B-77D7-47E5-9B9D-52DE554CDB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719439A-108E-4AAC-A869-39D4200AE1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14A8E6-1E9B-4DE4-85BE-CFD8A87209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23A5650-2A15-4B21-81D7-7F8D054B3CB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9E7A37-848A-4FBE-BF8E-50119B3161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7A8B0A-8E9D-4175-A2BC-E6BE172ED2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ce7d4c4d87480a" /><Relationship Type="http://schemas.openxmlformats.org/officeDocument/2006/relationships/slideLayout" Target="/ppt/slideLayouts/slideLayout1.xml" Id="R20c524e522a24f59" /><Relationship Type="http://schemas.openxmlformats.org/officeDocument/2006/relationships/slideLayout" Target="/ppt/slideLayouts/slideLayout2.xml" Id="R695fe4fa4cb84c95" /><Relationship Type="http://schemas.openxmlformats.org/officeDocument/2006/relationships/slideLayout" Target="/ppt/slideLayouts/slideLayout3.xml" Id="Re762dd69e1894d19" /><Relationship Type="http://schemas.openxmlformats.org/officeDocument/2006/relationships/slideLayout" Target="/ppt/slideLayouts/slideLayout4.xml" Id="Rf2f51ffb69314407" /><Relationship Type="http://schemas.openxmlformats.org/officeDocument/2006/relationships/slideLayout" Target="/ppt/slideLayouts/slideLayout5.xml" Id="Rd52debe9cac849d3" /><Relationship Type="http://schemas.openxmlformats.org/officeDocument/2006/relationships/slideLayout" Target="/ppt/slideLayouts/slideLayout6.xml" Id="R9df1f5104fd340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c524e522a24f59"/>
    <p:sldLayoutId xmlns:r="http://schemas.openxmlformats.org/officeDocument/2006/relationships" id="2147483650" r:id="R695fe4fa4cb84c95"/>
    <p:sldLayoutId xmlns:r="http://schemas.openxmlformats.org/officeDocument/2006/relationships" id="2147483651" r:id="Re762dd69e1894d19"/>
    <p:sldLayoutId xmlns:r="http://schemas.openxmlformats.org/officeDocument/2006/relationships" id="2147483652" r:id="Rf2f51ffb69314407"/>
    <p:sldLayoutId xmlns:r="http://schemas.openxmlformats.org/officeDocument/2006/relationships" id="2147483653" r:id="Rd52debe9cac849d3"/>
    <p:sldLayoutId xmlns:r="http://schemas.openxmlformats.org/officeDocument/2006/relationships" id="2147483654" r:id="R9df1f5104fd340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68faa7dacc4c88" /><Relationship Type="http://schemas.openxmlformats.org/officeDocument/2006/relationships/notesSlide" Target="/ppt/notesSlides/notesSlide1.xml" Id="R287316f682014a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Kontrollierter Vorlagentitel">
            <a:extLst xmlns:a="http://schemas.openxmlformats.org/drawingml/2006/main">
              <a:ext uri="{FF2B5EF4-FFF2-40B4-BE49-F238E27FC236}">
                <a16:creationId xmlns:a16="http://schemas.microsoft.com/office/drawing/2014/main" id="{13300874-27BA-4ED3-AFF1-BBB4DA55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Kontrollierte Vorlage</a:t>
            </a:r>
          </a:p>
        </p:txBody>
      </p:sp>
      <p:sp>
        <p:nvSpPr>
          <p:cNvPr id="2" name="Unabhängiger Inhalt">
            <a:extLst xmlns:a="http://schemas.openxmlformats.org/drawingml/2006/main">
              <a:ext uri="{FF2B5EF4-FFF2-40B4-BE49-F238E27FC236}">
                <a16:creationId xmlns:a16="http://schemas.microsoft.com/office/drawing/2014/main" id="{423D43A1-A7EF-4B36-B5B8-044AFC3D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  <a:lvl1pPr>
              <a:defRPr sz="21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1pPr>
            <a:lvl2pPr>
              <a:defRPr sz="21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2pPr>
            <a:lvl3pPr>
              <a:defRPr sz="21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3pPr>
            <a:lvl4pPr>
              <a:defRPr sz="21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4pPr>
            <a:lvl5pPr>
              <a:defRPr sz="21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5pPr>
            <a:lvl6pPr>
              <a:defRPr sz="21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6pPr>
            <a:lvl7pPr>
              <a:defRPr sz="21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7pPr>
            <a:lvl8pPr>
              <a:defRPr sz="21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8pPr>
            <a:lvl9pPr>
              <a:defRPr sz="2100">
                <a:solidFill>
                  <a:srgbClr val="17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033"/>
                </a:solidFill>
                <a:latin typeface="Arial"/>
                <a:ea typeface="Arial"/>
                <a:cs typeface="Arial"/>
              </a:rPr>
              <a:t>Unabhängiger Text bleibt erhalten</a:t>
            </a:r>
          </a:p>
        </p:txBody>
      </p:sp>
    </p:spTree>
    <p:extLst>
      <p:ext uri="{BB962C8B-B14F-4D97-AF65-F5344CB8AC3E}">
        <p14:creationId xmlns:p14="http://schemas.microsoft.com/office/powerpoint/2010/main" val="4732764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2026-10-20T17:18:04.1220000Z</dcterms:created>
  <dcterms:modified xsi:type="dcterms:W3CDTF">2026-10-20T17:18:04.1220000Z</dcterms:modified>
</coreProperties>
</file>