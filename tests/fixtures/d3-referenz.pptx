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SPRECHERNOTIZ4203 — diese Notiz gehoert zur ersten Folie und wird nicht uebernommen.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D3 Referenz Folie Eins</a:t>
            </a:r>
          </a:p>
        </p:txBody>
      </p:sp>
      <p:sp>
        <p:nvSpPr>
          <p:nvPr>
            <p:ph type="body" idx="1"/>
          </p:nvPr>
        </p:nvSpPr>
        <p:txBody>
          <a:p>
            <a:pPr>
              <a:buChar char="•"/>
            </a:pPr>
            <a:r>
              <a:t>Ventil pruefen</a:t>
            </a:r>
          </a:p>
          <a:p>
            <a:pPr>
              <a:buChar char="•"/>
            </a:pPr>
            <a:r>
              <a:t>Dichtung tauschen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D3 Referenz Folie Zwei</a:t>
            </a:r>
          </a:p>
        </p:txBody>
      </p:sp>
      <p:sp>
        <p:nvSpPr>
          <p:nvPr>
            <p:ph type="body" idx="1"/>
          </p:nvPr>
        </p:nvSpPr>
        <p:txBody>
          <a:p>
            <a:pPr>
              <a:buChar char="•"/>
            </a:pPr>
            <a:r>
              <a:t>Protokoll fuehren</a:t>
            </a:r>
          </a:p>
          <a:p>
            <a:pPr>
              <a:buChar char="•"/>
            </a:pPr>
            <a:r>
              <a:t>Abweichung melden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D3 Referenz Folie Drei</a:t>
            </a:r>
          </a:p>
        </p:txBody>
      </p:sp>
      <p:sp>
        <p:nvSpPr>
          <p:nvPr>
            <p:ph type="body" idx="1"/>
          </p:nvPr>
        </p:nvSpPr>
        <p:txBody>
          <a:p>
            <a:pPr>
              <a:buChar char="•"/>
            </a:pPr>
            <a:r>
              <a:t>Suchbegriff PPTXBELEG4203</a:t>
            </a:r>
          </a:p>
          <a:p>
            <a:pPr>
              <a:buChar char="•"/>
            </a:pPr>
            <a:r>
              <a:t>Freigabe einholen</a:t>
            </a:r>
          </a:p>
        </p:txBody>
      </p:sp>
    </p:spTree>
  </p:cSld>
</p:sld>
</file>